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77175" autoAdjust="0"/>
  </p:normalViewPr>
  <p:slideViewPr>
    <p:cSldViewPr snapToGrid="0">
      <p:cViewPr varScale="1">
        <p:scale>
          <a:sx n="73" d="100"/>
          <a:sy n="73" d="100"/>
        </p:scale>
        <p:origin x="1147" y="7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21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869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/>
              <a:t>Spectral Centroid (Schwerpunkt): Gibt an, bei welcher Frequenz der "Masseschwerpunkt" des Spektrums liegt. Maß für die "Helligkeit" des Klangs.</a:t>
            </a:r>
          </a:p>
          <a:p>
            <a:pPr lvl="1"/>
            <a:r>
              <a:rPr lang="de-DE" dirty="0"/>
              <a:t>Spectral Bandwidth (Bandbreite): Beschreibt die Spreizung des Spektrums um den Schwerpunkt</a:t>
            </a:r>
          </a:p>
          <a:p>
            <a:pPr lvl="1"/>
            <a:r>
              <a:rPr lang="de-DE" dirty="0"/>
              <a:t>Spectral Roll-off: Die Frequenz, unter der ein bestimmter Prozentsatz (meist 85%) der Spektralenergie liegt</a:t>
            </a:r>
          </a:p>
          <a:p>
            <a:pPr lvl="1"/>
            <a:r>
              <a:rPr lang="de-DE" dirty="0"/>
              <a:t>Spectral Contrast: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991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36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2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/>
              <a:t>mID</a:t>
            </a:r>
            <a:r>
              <a:rPr lang="de-DE" dirty="0"/>
              <a:t>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111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02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910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4313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5726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266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4829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7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2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Ziel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Merkmal-Extraktion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Explorative Datenanalyse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Standardisierung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Hauptkomponentenanalyse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Visualisierung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dirty="0"/>
              <a:t>Generell: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Automatische Klassifizierung beschädigter Zahnräder anhand von Merkmalen (Features)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diesem Task: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ist unser Ziel die Vorbereitung für die Automatisierung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Zeitbereich: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RMS Energy, Zero Crossing Rate</a:t>
            </a:r>
          </a:p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Frequenzbereich: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 err="1">
                <a:effectLst/>
              </a:rPr>
              <a:t>Spectral</a:t>
            </a:r>
            <a:r>
              <a:rPr lang="de-DE" b="0" i="0" dirty="0">
                <a:effectLst/>
              </a:rPr>
              <a:t> Centroid, Bandwidth, Rolloff, Contrast </a:t>
            </a:r>
            <a:endParaRPr lang="de-DE" dirty="0"/>
          </a:p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MFCCs / Delta-MFCCs</a:t>
            </a:r>
          </a:p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de-DE" b="0" i="0" dirty="0">
              <a:effectLst/>
            </a:endParaRPr>
          </a:p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Chroma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Merkmal-Extraktion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Merkmal-Extraktion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Library: „</a:t>
            </a:r>
            <a:r>
              <a:rPr lang="de-DE" dirty="0" err="1"/>
              <a:t>librosa</a:t>
            </a:r>
            <a:r>
              <a:rPr lang="de-DE" dirty="0"/>
              <a:t>“</a:t>
            </a:r>
            <a:endParaRPr lang="de-DE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Berechnen der Merkmale </a:t>
            </a:r>
            <a:br>
              <a:rPr lang="de-DE" dirty="0"/>
            </a:br>
            <a:r>
              <a:rPr lang="de-DE" dirty="0"/>
              <a:t> </a:t>
            </a:r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455" y="2133600"/>
            <a:ext cx="6350233" cy="2857604"/>
          </a:xfrm>
          <a:prstGeom prst="rect">
            <a:avLst/>
          </a:prstGeom>
          <a:noFill/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PCA-Darstellung der extrahierten Merkmale zeigt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Z05 klar separiert von den übrigen Zahnrädern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Signalcharakteristik von Z05 unterscheidet sich signifikant von den anderen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Signale wurden in eine Merkmalsform überführt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Eignet sich für eine automatisierte Klassifikation oder Anomalie Erkennung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745</Words>
  <Application>Microsoft Office PowerPoint</Application>
  <PresentationFormat>Breitbild</PresentationFormat>
  <Paragraphs>150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2</vt:lpstr>
      <vt:lpstr>Gliederung</vt:lpstr>
      <vt:lpstr>Ziel</vt:lpstr>
      <vt:lpstr>Merkmal-Extraktion</vt:lpstr>
      <vt:lpstr>Merkmal-Extraktion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51</cp:revision>
  <dcterms:created xsi:type="dcterms:W3CDTF">2026-06-13T09:02:33Z</dcterms:created>
  <dcterms:modified xsi:type="dcterms:W3CDTF">2026-06-25T11:54:57Z</dcterms:modified>
</cp:coreProperties>
</file>