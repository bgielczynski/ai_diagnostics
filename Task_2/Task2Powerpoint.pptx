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45"/>
    <p:restoredTop sz="94694"/>
  </p:normalViewPr>
  <p:slideViewPr>
    <p:cSldViewPr snapToGrid="0">
      <p:cViewPr varScale="1">
        <p:scale>
          <a:sx n="121" d="100"/>
          <a:sy n="121" d="100"/>
        </p:scale>
        <p:origin x="520" y="176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9" d="100"/>
          <a:sy n="129" d="100"/>
        </p:scale>
        <p:origin x="229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15.06.26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525EC9E2-31FF-3EA5-3975-E86E167F961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E6AF26-C926-4A56-9975-C8514618088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02712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75048B-B3AF-D45D-EEB0-384F8E0976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424531-ACBB-43B0-9536-C2FB0D769E6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760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2EDF3A-9325-1B45-8BEF-BAD58BAD33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45649C-264A-4E4C-9902-AA3F818819D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2802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9144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3500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6493AE-D593-6ADB-6030-F4D20E7DFEA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E3D0BF-4D1A-45ED-AD8F-0FD3B3BB66E2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0925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A15AB-4207-F294-7D08-E72DE9340EA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79237-C483-4955-AFED-2A4A37FECB4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0085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17DEB6D-9627-4A47-CFB5-10285D34D69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E4B4A-732C-499D-9D78-1714C721CB73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5584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C880F39A-DC2C-A2A6-0B94-C1E1A2C729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BEC67A-447A-45B8-88A0-2BB092BD220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79536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7076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542503"/>
            <a:ext cx="5486401" cy="45908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599" y="981599"/>
            <a:ext cx="4011084" cy="5537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2"/>
          <p:cNvSpPr>
            <a:spLocks noGrp="1"/>
          </p:cNvSpPr>
          <p:nvPr>
            <p:ph idx="11"/>
          </p:nvPr>
        </p:nvSpPr>
        <p:spPr>
          <a:xfrm>
            <a:off x="6096000" y="1542502"/>
            <a:ext cx="5760639" cy="51525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389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0BF1845-B872-C207-2FA9-F0CE0DE8550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D8BDE-5646-46B8-8690-93431C93212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2943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DFE463-EA6F-7A0D-E324-9309CA19F7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8B93-56F5-4BC0-B85D-44A31F48538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031696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915400" y="609600"/>
            <a:ext cx="2667000" cy="5486400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14400" y="609600"/>
            <a:ext cx="7797800" cy="54864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4CA076-6F98-AFCE-C8A3-5B1E49D5A5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4C87F1-4186-4704-A4D5-1175D6C93009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17573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A723C0C-88A1-F25A-D4A2-7567856B71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609600"/>
            <a:ext cx="6604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Mastertitelformat bearbeiten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5CE51-F867-6AB4-B806-D37629DC60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981200"/>
            <a:ext cx="106680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Mastertextformat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2E82AB3-F935-9061-40AA-BD4675D566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42400" y="6248400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Times" panose="02020603050405020304" pitchFamily="18" charset="0"/>
              <a:buNone/>
              <a:defRPr sz="1000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pic>
        <p:nvPicPr>
          <p:cNvPr id="1029" name="Picture 8" descr="btu_logo_rz_horiz_rgbjpg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404813"/>
            <a:ext cx="32194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329ECA6-616C-D49B-7DA8-B83F69442116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609600" y="6450496"/>
            <a:ext cx="6908800" cy="25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2pPr>
            <a:lvl3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3pPr>
            <a:lvl4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4pPr>
            <a:lvl5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9pPr>
          </a:lstStyle>
          <a:p>
            <a:pPr>
              <a:defRPr/>
            </a:pPr>
            <a:r>
              <a:rPr lang="de-DE" altLang="de-DE" sz="1000" dirty="0">
                <a:solidFill>
                  <a:srgbClr val="A8CC2F"/>
                </a:solidFill>
              </a:rPr>
              <a:t>Materialdiagnostik: Task 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1" r:id="rId8"/>
    <p:sldLayoutId id="2147483728" r:id="rId9"/>
    <p:sldLayoutId id="2147483729" r:id="rId10"/>
    <p:sldLayoutId id="2147483730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494690"/>
            <a:ext cx="8534400" cy="1752600"/>
          </a:xfrm>
        </p:spPr>
        <p:txBody>
          <a:bodyPr/>
          <a:lstStyle/>
          <a:p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Benjamin </a:t>
            </a:r>
            <a:r>
              <a:rPr lang="de-DE" sz="2000" b="1" dirty="0" err="1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Gielczynski</a:t>
            </a: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, David von Rüden, Tim Giese, Victor Domke, 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231" y="2350377"/>
            <a:ext cx="9817538" cy="1144313"/>
          </a:xfrm>
        </p:spPr>
        <p:txBody>
          <a:bodyPr/>
          <a:lstStyle/>
          <a:p>
            <a:pPr algn="ctr"/>
            <a:r>
              <a:rPr lang="de-DE" sz="4800" dirty="0"/>
              <a:t>Team 3: Seminaraufgabe 2</a:t>
            </a: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Merkmalsanalyse (Feature </a:t>
            </a:r>
            <a:r>
              <a:rPr lang="de-DE" dirty="0" err="1"/>
              <a:t>Extraction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Betrachtete Merkmale</a:t>
            </a:r>
          </a:p>
          <a:p>
            <a:pPr lvl="1"/>
            <a:r>
              <a:rPr lang="de-DE" dirty="0"/>
              <a:t>Wahl des Verfahrens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Hauptkomponentenanalyse</a:t>
            </a:r>
          </a:p>
          <a:p>
            <a:pPr lvl="1"/>
            <a:r>
              <a:rPr lang="de-DE" dirty="0"/>
              <a:t>?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Visualisierung</a:t>
            </a:r>
          </a:p>
          <a:p>
            <a:pPr lvl="1"/>
            <a:r>
              <a:rPr lang="de-DE" dirty="0"/>
              <a:t>Verfahren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 err="1"/>
              <a:t>Ergebnise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FE7B-3852-33FE-5E95-37994188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A63938-7527-95E9-B79B-33A80327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06E6E3A-1194-1372-0A0A-07C56D73E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(Schwerpunkt):Gibt an, bei welcher Frequenz der "Masseschwerpunkt" des Spektrums liegt. Maß für die "Helligkeit" des Klangs.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(Bandbreite): Beschreibt die Spreizung des Spektrums um den Schwerpunkt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Roll-off: Die Frequenz, unter der ein bestimmter Prozentsatz (meist 85%) der Spektralenergie liegt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Contrast</a:t>
            </a:r>
            <a:r>
              <a:rPr lang="de-DE" dirty="0"/>
              <a:t>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D5FC71-6E35-0F32-587F-E4DA9FEA2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42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70CD2-0EFA-C90D-FDB3-9ADFD1668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19D2184-7ACE-A16F-5F1A-5155AEBDB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 &amp; PCA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9C4C79F-28B8-72C8-A1FA-5C00426D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80E235-26A6-A7CB-B35C-87EBFB138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5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54101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EF7E1-A933-E9B5-B253-6F4949985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F1CD10-A4AB-B4AB-9BE2-80433FCB3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br>
              <a:rPr lang="de-DE" dirty="0"/>
            </a:br>
            <a:r>
              <a:rPr lang="de-DE" dirty="0"/>
              <a:t>- Wahl des Verfahrens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5C44D33-13A3-8713-B234-8D3908F0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BFC87EB-56B9-DCF9-7F95-DCBA353E28F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DF3C8A3-59CC-8521-6232-3ECB66864F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1D7CCF7A-2093-A797-49E1-505BCD402F3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963019-2664-0DE3-6798-02302A916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844952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2805-E9D8-D04A-5336-8CDAB64B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A65B3C-0286-CC68-F9A2-DBFCC607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90464E-DEAC-0130-7CE7-D7F45BF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B5250-4EA0-4248-FE0E-9C9933A03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05237617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eere Präsentation">
      <a:majorFont>
        <a:latin typeface="Arial"/>
        <a:ea typeface="ヒラギノ角ゴ Pro W3"/>
        <a:cs typeface="ヒラギノ角ゴ Pro W3"/>
      </a:majorFont>
      <a:minorFont>
        <a:latin typeface="Arial"/>
        <a:ea typeface="ヒラギノ角ゴ Pro W3"/>
        <a:cs typeface="ヒラギノ角ゴ Pro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" id="{F0532450-6947-47A6-81BF-02E1F018A2A7}" vid="{AA793E9C-2381-410C-B7B6-98D03D23E9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232</Words>
  <Application>Microsoft Macintosh PowerPoint</Application>
  <PresentationFormat>Breitbild</PresentationFormat>
  <Paragraphs>39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4" baseType="lpstr">
      <vt:lpstr>Aptos</vt:lpstr>
      <vt:lpstr>Arial</vt:lpstr>
      <vt:lpstr>Courier New</vt:lpstr>
      <vt:lpstr>Lucida Grande</vt:lpstr>
      <vt:lpstr>Menlo</vt:lpstr>
      <vt:lpstr>Times</vt:lpstr>
      <vt:lpstr>B-TU_Design</vt:lpstr>
      <vt:lpstr>Team 3: Seminaraufgabe 2</vt:lpstr>
      <vt:lpstr>Gliederung</vt:lpstr>
      <vt:lpstr>Mekmalsanalyse</vt:lpstr>
      <vt:lpstr>Mekmalsanalyse: Betrachtete Merkmale</vt:lpstr>
      <vt:lpstr>Mekmalsanalyse: Betrachtete Merkmale &amp; PCA</vt:lpstr>
      <vt:lpstr>Mekmalsanalyse - Wahl des Verfahrens</vt:lpstr>
      <vt:lpstr>Hauptkompenentenanalyse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Tim Giese</cp:lastModifiedBy>
  <cp:revision>17</cp:revision>
  <dcterms:created xsi:type="dcterms:W3CDTF">2026-06-13T09:02:33Z</dcterms:created>
  <dcterms:modified xsi:type="dcterms:W3CDTF">2026-06-15T10:13:47Z</dcterms:modified>
</cp:coreProperties>
</file>