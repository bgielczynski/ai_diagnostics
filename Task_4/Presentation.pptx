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Notizen – 35 Sekunden:
Wir zeigen eine echte Ein-Klassen-Klassifikation: Trainiert wird nur mit gesunden
Zahnraedern. Der wichtigste Befund ist nicht nur die perfekte Erkennung von Z05,
sondern der Zielkonflikt zwischen Sensitivitaet und Fehlalarmen bei unbekannten
gesunden Zahnraedern.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Notizen – 55 Sekunden:
Die nicht gemittelten Daten erhalten besonders bei Z01 und Z04 die Variation
zwischen Mess-IDs. Z02, Z03 und Z05 besitzen jeweils nur eine mID, daher hatte
die fruehere Mittelung dort praktisch keinen Reduktionseffekt. Die ungleichen
Gruppengroessen machen Accuracy allein ungeeignet.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Notizen – 60 Sekunden:
Das ist exakt die Leave-P-Groups-Out-Struktur aus der Aufgabenstellung. Jeder
gesunde Z-Zustand ist einmal die unbekannte gesunde Testgruppe. Z05 wird in
jedem Fold erneut getestet; deshalb unterscheiden wir spaeter Modellmittelwerte
von gepoolten Einzelentscheidungen.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Notizen – 65 Sekunden:
Alle Features werden nur anhand des jeweiligen gesunden Trainingssatzes
standardisiert. Die feste Architektur verhindert, dass wir acht Modelle
nachtraeglich auf die Testdaten optimieren. 32-8-32 ist bewusst kompakt gegenueber
62 Eingaben; Early Stopping reduziert Ueberanpassung bei kleinen Folds.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Notizen – 55 Sekunden:
Das 95%-Quantil ist nachvollziehbar und robust gegen einzelne Ausreisser. Eine
groessere Schwelle wuerde Fehlalarme senken, kann aber Defekte uebersehen. BAR ist
der Mittelwert aus Sensitivitaet und Spezifitaet und deshalb bei den stark
ungleichen Testgroessen zentral.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Notizen – 80 Sekunden:
Alle acht Modelle finden alle Z05-Beispiele. In Fold 1 bis 3 liegt die BAR
zwischen 0,858 und 0,925. Fold 4 bricht deutlich ein. Der Einbruch liegt nicht
an verpassten Defekten, sondern ausschliesslich an gesunden Z01-Samples, die als
anomal gemeldet werden. Ch1 und Ch2 zeigen denselben Grundtrend.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Notizen – 60 Sekunden:
Die gepoolte Matrix gewichtet grosse Testgruppen staerker, insbesondere die 100
Z01-Samples je Kanal in Fold 4. Das Makromittel behandelt jedes der acht Modelle
gleich und ist daher hoeher. Beide Werte sind korrekt, beantworten aber
unterschiedliche Fragen. Wichtig ist, die 560 Entscheidungen nicht mit 560
einzigartigen Audiodateien zu verwechseln.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Notizen – 80 Sekunden:
Die gestrichelte Linie ist die ohne Testdaten bestimmte Schwelle. Links liegt
das bekannte gesunde Training, waehrend das unbekannte gesunde Z01 deutlich nach
rechts verschoben ist. Der Autoencoder erkennt also Neuheit, nicht automatisch
Schaden. Dass Z01 fuenf mIDs umfasst, macht die nicht gemittelte Variation jetzt
sichtbar und erklaert einen Teil des Domain Shifts.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Notizen – 65 Sekunden:
Die perfekte Sensitivitaet darf nicht isoliert interpretiert werden. Im Betrieb
waeren die vielen Fehlalarme problematisch. Ch2 trennt die Scores insgesamt
besser, obwohl seine feste Schwellenentscheidung nur leicht besser ist. Fuer
eine belastbare Anwendung braucht man mehr gesunde Variabilitaet und weitere
Defektarten.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Notizen – 45 Sekunden:
Damit beantworten wir die Aufgabe: Die Anomalie selbst wird sehr sicher erkannt,
aber die Spezifitaet haengt stark davon ab, ob das gesunde Training die spaetere
Betriebsvariation abdeckt. Anschliessend koennen wir die Wahl der Schwelle und
den Umgang mit Z01 als Diskussionspunkte oeffnen. Gesamte Sprechzeit: ca. 10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4 – Anomalieerkennung mit Autoencodern</dc:title>
  <dc:subject>PptxGenJS Presentation</dc:subject>
  <dc:creator>Created by Marp</dc:creator>
  <cp:lastModifiedBy>Created by Marp</cp:lastModifiedBy>
  <cp:revision>1</cp:revision>
  <dcterms:created xsi:type="dcterms:W3CDTF">2026-07-16T12:58:34Z</dcterms:created>
  <dcterms:modified xsi:type="dcterms:W3CDTF">2026-07-16T12:58:34Z</dcterms:modified>
</cp:coreProperties>
</file>